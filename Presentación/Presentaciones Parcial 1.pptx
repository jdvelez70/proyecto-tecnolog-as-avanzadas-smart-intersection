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64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85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8921-1A99-8B6F-75BF-6CC22770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05B3C-D813-66FA-0EBD-D70A04DCE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295D1-0F3A-5340-AD5E-A04BF3756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4C8C5-9E4C-7099-BE4B-6A0FA0A38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2286000" cy="2286000"/>
          </a:xfrm>
          <a:prstGeom prst="ellipse">
            <a:avLst/>
          </a:prstGeom>
          <a:solidFill>
            <a:srgbClr val="1B8EA6">
              <a:alpha val="20000"/>
            </a:srgbClr>
          </a:solidFill>
          <a:ln w="254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949440" y="914400"/>
            <a:ext cx="1554480" cy="1554480"/>
          </a:xfrm>
          <a:prstGeom prst="ellipse">
            <a:avLst/>
          </a:prstGeom>
          <a:solidFill>
            <a:srgbClr val="1B8EA6">
              <a:alpha val="40000"/>
            </a:srgbClr>
          </a:solidFill>
          <a:ln w="127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058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STREET INTERSECTION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Control de Tráfico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4114800" cy="36576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I — Proyecto Ingeniería de Sistemas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Llanos • 2026-I</a:t>
            </a:r>
          </a:p>
          <a:p>
            <a:pPr marL="0" indent="0">
              <a:buNone/>
            </a:pPr>
            <a:endParaRPr lang="en-US" sz="14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Diego Vélez González – 160005032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Fernandez - 16000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Juliana Morales Zapata – 160005020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Danilo Moncayo Garzón - 160004604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94360" y="10698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Congestión vehicular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intersecciones fijas desperdician tiempo verde cuando no hay tráfico, generando colas innecesarias.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274320" y="233172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94360" y="23957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priorización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7889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semáforos estáticos no detectan vehículos de emergencia ni solicitudes peatonales en tiempo real.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365760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274320" y="365760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94360" y="3721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del sistema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registro persistente de eventos, acciones del semáforo ni estadísticas de tráfico.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HC-SR04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45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vehículos y control de LEDs en tiempo real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801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OOP/GRASP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0" y="1645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con clases, interfaces y patrones SOLID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92608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00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82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JSON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566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lecturas, acciones y alertas en archivos locales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004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182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69280" y="3566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menú para operar y demostrar 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— DEFINICIÓN DEL PROYECTO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17166"/>
              </p:ext>
            </p:extLst>
          </p:nvPr>
        </p:nvGraphicFramePr>
        <p:xfrm>
          <a:off x="228600" y="914400"/>
          <a:ext cx="86868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UC1: Detección vehículo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(VehicleSensor)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&lt; 20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Verde + log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timestamp,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UC2: Solicitud peatonal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(PedestrianSensor)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presionado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CycleSafe → LED Amarillo/Rojo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RequestId, status,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UC3: Vehículo emergencia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sonido / entrada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Sirena activa / prioridad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en ROJO + Alerta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Alerta, placa,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IMPLEMENTADO — Detección de Vehículo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28600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984248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984248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84248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receiveSensor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38728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739896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739896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VehicleSensor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9896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detectVehicle()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cm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94376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495544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95544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95544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saveSensor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50024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251192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251192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51192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LED:GREEN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8686800" cy="384048"/>
          </a:xfrm>
          <a:prstGeom prst="rect">
            <a:avLst/>
          </a:prstGeom>
          <a:solidFill>
            <a:srgbClr val="1B8EA6">
              <a:alpha val="8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0040" y="2322576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UC1? Es el núcleo del sistema: sensor → lógica → semáforo → persistencia — el ciclo vertical completo.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27889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ingresa distancia simulada desde el menú (ConsoleUI)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7889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ArduinoConnector retorna la lectura (simulada desde Tinkercad)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172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TrafficController llama a VehicleSensor.detectVehicle()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172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 detectado: CycleController.changeLights(GREEN)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5570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 persiste la lectura en sensor_readings.json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5570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Arduino recibe 'LED:GREEN' y enciende el LED verde físico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OOP EN EL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extends Vehicle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atributos plate, type, speed y agrega priorityLevel y sirenOn.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0060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Sensor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readData() como contrato. VehicleSensor y PedestrianSensor implementan su propia lógica.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04288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304288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651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(interface)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94436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acepta Fixed o AdaptiveTimingPolicy sin cambiar su código.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04288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09160" y="2304288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0060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TrafficLight.changeLight()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94436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interno (color, timer) solo se modifica a través de métodos públicos controlados.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94176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3694176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0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 contiene CycleController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33425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no hereda CC, lo usa. Si CC falla, TC puede reemplazarlo sin afectar el resto.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09160" y="3694176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0060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define getGreenTime(), getRedTime()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33425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agregar PriorityTimingPolicy en el futuro sin modificar ninguna clase existente.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GRASP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Expert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996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VehicleSensor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234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ES quien sabe si hay un vehículo (tiene distancia + umbral). detectVehicle() vive ahí, no en el controlador.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700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9385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todas las señales del sistema y delega al CycleController, repositorio y Arduino. No hace trabajo directo.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68296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368296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74320" y="24597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404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PedestrianSensor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6426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PedestrianRequest porque tiene toda la información necesaria (crosswalkId, timestamp) para construirlo.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72384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28600" y="3072384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74320" y="31638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Coupling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3346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TimingPolicy (interfaz), no de Fixed ni Adaptive. Cambiar la política no afecta al ciclo.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76472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3776472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74320" y="3867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3813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0507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gestiona persistencia. No contiene lógica de semáforos ni sensores. Responsabilidad única y clara.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480560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228600" y="4480560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27432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Fabrication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4517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4754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en el dominio real, se crea para abstraer la comunicación serial sin contaminar los modelos de negocio.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SOLID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50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9692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persiste. ConsoleUI solo presenta. TrafficLight solo guarda su color. Ninguna clase mezcla responsabilidades.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987552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46504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74320" y="1837944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74320" y="18379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665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+ CycleController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8196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está cerrado a modificación. Para nuevas políticas de tiempo se agrega una nueva clase sin tocar 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837944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28600" y="2596896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688336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2688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1693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extends Vehicle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6700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puede usarse en cualquier contexto donde se espera un Vehicle sin romper el sistema.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688336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3447288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74320" y="3538728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74320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502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767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20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solo expone getGreenTime() y getRedTime(). No fuerza a implementar métodos innecesarios.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538728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228600" y="429768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74320" y="4389120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7432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4352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617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← TimingPolicy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370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depende de la abstracción TimingPolicy, nunca de FixedTimingPolicy ni AdaptiveTimingPolicy directamente.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389120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solidFill>
            <a:srgbClr val="1B5E85"/>
          </a:solidFill>
          <a:ln w="12700">
            <a:solidFill>
              <a:srgbClr val="2EC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ConsoleUI.java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interactivo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2011680" cy="1371600"/>
          </a:xfrm>
          <a:prstGeom prst="rect">
            <a:avLst/>
          </a:prstGeom>
          <a:solidFill>
            <a:srgbClr val="1A6B2E"/>
          </a:solidFill>
          <a:ln w="12700">
            <a:solidFill>
              <a:srgbClr val="2EC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1460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2011680" cy="1371600"/>
          </a:xfrm>
          <a:prstGeom prst="rect">
            <a:avLst/>
          </a:prstGeom>
          <a:solidFill>
            <a:srgbClr val="7B3F00"/>
          </a:solidFill>
          <a:ln w="12700">
            <a:solidFill>
              <a:srgbClr val="2EC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0916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2011680" cy="1371600"/>
          </a:xfrm>
          <a:prstGeom prst="rect">
            <a:avLst/>
          </a:prstGeom>
          <a:solidFill>
            <a:srgbClr val="5C2D8A"/>
          </a:solidFill>
          <a:ln w="12700">
            <a:solidFill>
              <a:srgbClr val="2EC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90372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48056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67512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858000" y="274320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Sensor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2286000"/>
            <a:ext cx="0" cy="45720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858000" y="374904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566160"/>
            <a:ext cx="0" cy="18288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468880" y="2743200"/>
            <a:ext cx="20116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4688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3090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364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TrafficLight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1460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PedestrianRequest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TrafficReport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&amp; HARDWARE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— JSON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sensor_readings.json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sensorId, distance, detected, timestamp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actions_log.json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controllerId, action, timestamp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JSON?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Sin dependencias externas (sin BD)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Legible y portable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Suficiente para el alcance del prototipo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Fácil de ampliar a SQLite/H2 luego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</a:t>
            </a:r>
            <a:r>
              <a:rPr lang="en-US" sz="1300" b="1" dirty="0" err="1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</a:t>
            </a: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463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Placa: Arduino Uno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HC-SR04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Pines: TRIG=7, ECHO=6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286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Umbral detección: &lt; 20 cm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560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581033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846209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Verde  → pin 9  (vehículo OK)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124267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Amarillo → pin 10 (peatón)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403639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Rojo   → pin 11 (stop/emergencia)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931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69422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Serial (9600 baud):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97769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Arduino → Java: 'DIST:15.30'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2397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Java → Arduino: 'LED:GREEN'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UML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444752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SmartIntersection, Vehicle, EmergencyVehicle, TrafficLight, PedestrianRequest, Alert, TrafficReport, Camera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28600" y="1901952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" y="19751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975104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(abstract), VehicleSensor, PedestrianSensor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1947672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28600" y="2432304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" y="25054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505456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TrafficController, CycleController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2478024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2962656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0040" y="30358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035808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(interface), FixedTimingPolicy, AdaptiveTimingPolicy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3008376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28600" y="3493008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566160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538728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4023360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0040" y="40965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4096512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4069080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28600" y="4553712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20040" y="462686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4626864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0" y="4599432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F18C-F55D-6631-5E7F-E2C21944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8771D3-0694-A1AA-ACF5-5975AA26436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B5E401-FA71-161F-5FE6-3EBF9AB8ADBC}"/>
              </a:ext>
            </a:extLst>
          </p:cNvPr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UML</a:t>
            </a:r>
            <a:endParaRPr lang="en-US" sz="26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70CEC52D-4494-CEE0-3B77-9B023BDBAD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1" r="1047"/>
          <a:stretch>
            <a:fillRect/>
          </a:stretch>
        </p:blipFill>
        <p:spPr>
          <a:xfrm>
            <a:off x="1828800" y="838621"/>
            <a:ext cx="5905710" cy="411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3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1009</Words>
  <Application>Microsoft Office PowerPoint</Application>
  <PresentationFormat>Presentación en pantalla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Street Intersection — Parcial I 2026</dc:title>
  <dc:subject>PptxGenJS Presentation</dc:subject>
  <dc:creator>PptxGenJS</dc:creator>
  <cp:lastModifiedBy>WILDER VÉLEZ VASCO</cp:lastModifiedBy>
  <cp:revision>3</cp:revision>
  <dcterms:created xsi:type="dcterms:W3CDTF">2026-04-19T22:48:46Z</dcterms:created>
  <dcterms:modified xsi:type="dcterms:W3CDTF">2026-04-21T03:57:22Z</dcterms:modified>
</cp:coreProperties>
</file>